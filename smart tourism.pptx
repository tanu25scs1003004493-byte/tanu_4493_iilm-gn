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BCDE-3AD6-4A80-9F14-48713A673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719A5-3EB5-48C7-9869-2486678A5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DF014-9804-4E3A-A65A-E252A605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58127-612B-4FE4-B046-B7D6B461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55E-3733-4C73-9815-028D2C9F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7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A54E2-1CE9-4956-8B2A-945F1BF2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6A1E-FD26-4085-84ED-8E8105A6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F95B5-2D50-465F-B763-8475D240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DAFB2-E9BD-4F1B-8F44-6515FAF8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9B92F-23A1-414F-B3EB-EC39C04F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95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7EB9-066E-4F56-8A7A-2DB3D911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AC835-40FB-4C66-A837-63C5F96F1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F49EE-CAB8-4F7B-9A80-C95F107D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D2950-D139-400F-9D2C-9795F581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A69FD-D491-4430-AE58-EA3F23E3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84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F069-1E4E-4A6D-8D19-E02610AE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C5C6-B30D-4D25-A0F4-C4B7228C2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38FA0-33D8-41C1-BA36-D7AB13FAF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540A2-B358-4B2E-A68A-08929FB3A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2DFDF-F72C-4178-8453-2E778247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DFBEE-50D2-4EFA-98C3-D232726F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3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7D75-CDC9-48D5-96C7-C6D33509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6D054-3903-4DD0-B4F5-6C796D6FE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A8484-3008-4E42-A79B-5008B3251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86F336-362E-46C5-83FC-15683B9EF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F319E-7989-4AED-8137-5D959CE92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02B2F-100D-4181-B3EE-116205D4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CB622-52D4-42FE-9DDA-92C67E05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0DE227-C3A1-4C6C-8196-022F7FDE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5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73F7-D4B3-44ED-B3B3-58E970E8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96E516-1E75-40EB-91E6-447C1CCB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25A00-6D21-4C95-8D84-A427E949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8CD67-862F-42B9-8F05-FCD56B6F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39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5D4F2-F6A1-4744-912B-37749641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2B4DD-E9BA-4751-95FF-7D381F55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26E3D-9386-444C-B71F-74E41521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50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7518-C60C-4BB8-B8F3-AEF6A827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60FB4-DCEE-4BF7-9655-C787FD28D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A6C76-27C9-40EC-9770-E063B206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673D3-87DF-4CA7-B5F4-5152426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03223-EDEB-4FA4-8BB8-54F37850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9AB8E-3EE5-4362-9B54-DFE9A27D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39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E894-827B-49B0-B4A8-FFF95337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4E45B-75B6-4BFD-9C4E-686536CD9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603A8-4DDE-425A-B563-BDFEEF855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EA701-5C5D-40ED-9A7F-D90406BB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2D397-D209-4517-A9B3-08998E6D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CEA67-E2D7-41B8-8D77-34CAD91A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11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D5CB-82A3-4030-A7DA-D70A2AF6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6C3DE-23AC-4EF5-8F44-E7BF5CB9F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7C4BF-AC91-4999-83AF-7231F4307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14B5A-F3D9-41D3-96BE-70C345C4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DE5A1-871E-43B7-9057-E8B83E2D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19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3D174-0914-4569-9C5E-5FBCB1179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277AE-6EF0-48B8-A92F-C1426E960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3C27B-68A7-4071-8CB6-D4461007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0F4EA-0172-4CC2-BA48-A6ED34B7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07564-0F8F-4D37-8057-0AD6AB32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56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F4783-1C8D-4086-8D32-E5E8A8EA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4A176-6D77-4F83-9F82-4D35F1F3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D85D5-93ED-4DBF-862C-D4ABDBEF7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8E87E-AF42-46B7-A8E6-D703D541B57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82AE8-61CD-4D8D-AC5E-0BE43412B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4614-C915-4AE8-89D4-149C3D631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F9755-1FC2-4319-A325-8BF7AAD37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3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6BF4-A71D-4C5F-AE28-C69625196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AEF72-06BB-437C-95B9-D142F0EE1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E95217-9449-4DEA-8AD4-438CD52E0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72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F2BD9-03DE-4466-8BF0-B4B112452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82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C8B5F2-3BEF-484B-A7E8-E4C7408B8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5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A013DE-CE09-47CF-AAD2-912D12BF1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3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94606-2423-4497-809C-409C1E35C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6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912798-DA1F-4A89-BF6A-6DCD12B87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9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A9A0BD-5916-459F-9BC2-14BC3CF50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2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6A54CC-0867-4D1C-8A1D-43C8D70B2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9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03B7DE-0B8B-4776-BB90-907DA6FD6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1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68A960-7865-4A7D-8C35-1B4CBE9BA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5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C2669E-F4B6-44F2-A258-4E683F018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3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Tanu Priya</dc:creator>
  <cp:lastModifiedBy>Tanu Priya</cp:lastModifiedBy>
  <cp:revision>1</cp:revision>
  <dcterms:created xsi:type="dcterms:W3CDTF">2026-03-25T13:04:36Z</dcterms:created>
  <dcterms:modified xsi:type="dcterms:W3CDTF">2026-03-25T13:04:59Z</dcterms:modified>
</cp:coreProperties>
</file>